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1090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12</cp:revision>
  <dcterms:created xsi:type="dcterms:W3CDTF">2018-12-10T17:20:29Z</dcterms:created>
  <dcterms:modified xsi:type="dcterms:W3CDTF">2020-06-30T13:17:42Z</dcterms:modified>
</cp:coreProperties>
</file>